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-457200"/>
            <a:ext cx="2286000" cy="2286000"/>
          </a:xfrm>
          <a:prstGeom prst="ellipse">
            <a:avLst/>
          </a:prstGeom>
          <a:solidFill>
            <a:srgbClr val="028090">
              <a:alpha val="30000"/>
            </a:srgbClr>
          </a:solidFill>
          <a:ln w="12700">
            <a:solidFill>
              <a:srgbClr val="028090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-91440"/>
            <a:ext cx="1645920" cy="1645920"/>
          </a:xfrm>
          <a:prstGeom prst="ellipse">
            <a:avLst/>
          </a:prstGeom>
          <a:solidFill>
            <a:srgbClr val="02C39A">
              <a:alpha val="40000"/>
            </a:srgbClr>
          </a:solidFill>
          <a:ln w="12700">
            <a:solidFill>
              <a:srgbClr val="02C39A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4008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Service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Assistance Portal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457200" y="2304288"/>
            <a:ext cx="3200400" cy="4572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468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Stack MERN Web Application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3291840"/>
            <a:ext cx="2651760" cy="1371600"/>
          </a:xfrm>
          <a:prstGeom prst="rect">
            <a:avLst/>
          </a:prstGeom>
          <a:solidFill>
            <a:srgbClr val="028090">
              <a:alpha val="7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3375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37033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Hardikgiri Goswami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91840" y="3291840"/>
            <a:ext cx="2651760" cy="1371600"/>
          </a:xfrm>
          <a:prstGeom prst="rect">
            <a:avLst/>
          </a:prstGeom>
          <a:solidFill>
            <a:srgbClr val="028090">
              <a:alpha val="7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33375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91840" y="37033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Stack Developer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26480" y="3291840"/>
            <a:ext cx="2651760" cy="1371600"/>
          </a:xfrm>
          <a:prstGeom prst="rect">
            <a:avLst/>
          </a:prstGeom>
          <a:solidFill>
            <a:srgbClr val="028090">
              <a:alpha val="7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33375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126480" y="37033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MERN + JWT + OTP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Company-Level Project Presentation  •  2025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503920" y="9144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26517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1E2761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80160"/>
            <a:ext cx="265176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25880" y="1508760"/>
            <a:ext cx="731520" cy="7315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1627632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65760" y="23317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Access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02920" y="283464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Citizens face difficulty accessing government services — long queues, unclear procedures, and physical visits required.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00400" y="1280160"/>
            <a:ext cx="26517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1E2761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00400" y="1280160"/>
            <a:ext cx="265176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160520" y="1508760"/>
            <a:ext cx="731520" cy="7315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627632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200400" y="23317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&amp; Slow Processes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3337560" y="283464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Paper-based workflows cause significant delays. No digital tracking of submitted applications or document status.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035040" y="1280160"/>
            <a:ext cx="26517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1E2761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035040" y="1280160"/>
            <a:ext cx="265176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995160" y="1508760"/>
            <a:ext cx="731520" cy="7315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627632"/>
            <a:ext cx="457200" cy="4572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035040" y="23317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Transparency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6172200" y="283464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updates or notifications. Citizens unaware of request status, causing frustration and repeated follow-ups.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503920" y="9144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CSC-style Digital Platform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a comprehensive government service portal where citizens can apply for services, upload documents, and track real-time status — all from one platform.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3154680"/>
            <a:ext cx="201168" cy="2011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31272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Citizens apply online for government services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3474720"/>
            <a:ext cx="201168" cy="2011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34472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supporting documents digitally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794760"/>
            <a:ext cx="201168" cy="2011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37673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tracking via unique request ID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4114800"/>
            <a:ext cx="201168" cy="2011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40873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verify and process requests efficiently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4434840"/>
            <a:ext cx="201168" cy="2011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44074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approves and issues PDF certificates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937760" y="1280160"/>
            <a:ext cx="37490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1E2761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937760" y="1280160"/>
            <a:ext cx="73152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74920" y="1444752"/>
            <a:ext cx="658368" cy="6583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75504" y="1517904"/>
            <a:ext cx="457200" cy="45720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5852160" y="13716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5852160" y="175564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for services &amp; track status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937760" y="2514600"/>
            <a:ext cx="37490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1E2761">
                <a:alpha val="12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937760" y="2514600"/>
            <a:ext cx="73152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074920" y="2679192"/>
            <a:ext cx="658368" cy="65836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5504" y="2752344"/>
            <a:ext cx="457200" cy="457200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5852160" y="2606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400" dirty="0"/>
          </a:p>
        </p:txBody>
      </p:sp>
      <p:sp>
        <p:nvSpPr>
          <p:cNvPr id="29" name="Text 25"/>
          <p:cNvSpPr/>
          <p:nvPr/>
        </p:nvSpPr>
        <p:spPr>
          <a:xfrm>
            <a:off x="5852160" y="299008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&amp; process citizen requests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4937760" y="3749040"/>
            <a:ext cx="37490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1E2761">
                <a:alpha val="12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4937760" y="3749040"/>
            <a:ext cx="73152" cy="10058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5074920" y="3913632"/>
            <a:ext cx="658368" cy="658368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5504" y="3986784"/>
            <a:ext cx="457200" cy="457200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5852160" y="38404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400" dirty="0"/>
          </a:p>
        </p:txBody>
      </p:sp>
      <p:sp>
        <p:nvSpPr>
          <p:cNvPr id="35" name="Text 30"/>
          <p:cNvSpPr/>
          <p:nvPr/>
        </p:nvSpPr>
        <p:spPr>
          <a:xfrm>
            <a:off x="5852160" y="422452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requests &amp; issue certificates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503920" y="9144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2743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1E2761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43000"/>
            <a:ext cx="2743200" cy="640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4048" y="1298448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" y="1353312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05840" y="130759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Authentication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384048" y="1801368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+ Password + OTP login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OTP login system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Forgot password with OTP reset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3-attempt security limit + expiry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200400" y="1143000"/>
            <a:ext cx="2743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1E2761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00400" y="1143000"/>
            <a:ext cx="274320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310128" y="1298448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5848" y="1353312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931920" y="130759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3310128" y="1801368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Citizen: Apply &amp; track requests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Agent: Verify documents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Admin: Approve &amp; manage system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JWT session tokens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6126480" y="1143000"/>
            <a:ext cx="2743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1E2761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126480" y="1143000"/>
            <a:ext cx="2743200" cy="6400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236208" y="1298448"/>
            <a:ext cx="502920" cy="5029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1353312"/>
            <a:ext cx="365760" cy="36576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858000" y="130759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System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6236208" y="1801368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document upload (Multer)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request ID per submission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status tracking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certificate generation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274320" y="3108960"/>
            <a:ext cx="2743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1E2761">
                <a:alpha val="12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274320" y="3108960"/>
            <a:ext cx="2743200" cy="640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384048" y="3264408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" y="3319272"/>
            <a:ext cx="365760" cy="36576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005840" y="327355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Verification</a:t>
            </a:r>
            <a:endParaRPr lang="en-US" sz="1150" dirty="0"/>
          </a:p>
        </p:txBody>
      </p:sp>
      <p:sp>
        <p:nvSpPr>
          <p:cNvPr id="29" name="Text 23"/>
          <p:cNvSpPr/>
          <p:nvPr/>
        </p:nvSpPr>
        <p:spPr>
          <a:xfrm>
            <a:off x="384048" y="3767328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QR on certificates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to verify authenticity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tracking ID per certificate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PDFKit-based certificate rendering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3200400" y="3108960"/>
            <a:ext cx="2743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1E2761">
                <a:alpha val="12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3200400" y="3108960"/>
            <a:ext cx="274320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3310128" y="3264408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55848" y="3319272"/>
            <a:ext cx="365760" cy="36576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3931920" y="327355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150" dirty="0"/>
          </a:p>
        </p:txBody>
      </p:sp>
      <p:sp>
        <p:nvSpPr>
          <p:cNvPr id="35" name="Text 28"/>
          <p:cNvSpPr/>
          <p:nvPr/>
        </p:nvSpPr>
        <p:spPr>
          <a:xfrm>
            <a:off x="3310128" y="3767328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&amp; manage all services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/ reject service requests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user &amp; system data control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 agent activities</a:t>
            </a:r>
            <a:endParaRPr lang="en-US" sz="900" dirty="0"/>
          </a:p>
        </p:txBody>
      </p:sp>
      <p:sp>
        <p:nvSpPr>
          <p:cNvPr id="36" name="Shape 29"/>
          <p:cNvSpPr/>
          <p:nvPr/>
        </p:nvSpPr>
        <p:spPr>
          <a:xfrm>
            <a:off x="6126480" y="3108960"/>
            <a:ext cx="2743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1E2761">
                <a:alpha val="12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6126480" y="3108960"/>
            <a:ext cx="2743200" cy="6400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8" name="Shape 31"/>
          <p:cNvSpPr/>
          <p:nvPr/>
        </p:nvSpPr>
        <p:spPr>
          <a:xfrm>
            <a:off x="6236208" y="3264408"/>
            <a:ext cx="502920" cy="5029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1928" y="3319272"/>
            <a:ext cx="365760" cy="365760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6858000" y="327355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Dashboard</a:t>
            </a:r>
            <a:endParaRPr lang="en-US" sz="1150" dirty="0"/>
          </a:p>
        </p:txBody>
      </p:sp>
      <p:sp>
        <p:nvSpPr>
          <p:cNvPr id="41" name="Text 33"/>
          <p:cNvSpPr/>
          <p:nvPr/>
        </p:nvSpPr>
        <p:spPr>
          <a:xfrm>
            <a:off x="6236208" y="3767328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 pending requests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and process assigned work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request status in real-time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 with citizens via status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Workflow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503920" y="9144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20116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1E2761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1371600"/>
            <a:ext cx="731520" cy="7315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371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2286000"/>
            <a:ext cx="594360" cy="5943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74320" y="3017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Submits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65760" y="347472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registers, logs in via OTP, selects service, fills form, and uploads required documents.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304288" y="1965960"/>
            <a:ext cx="109728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432304" y="1234440"/>
            <a:ext cx="20116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1E2761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072384" y="1371600"/>
            <a:ext cx="731520" cy="7315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072384" y="1371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7248" y="2286000"/>
            <a:ext cx="594360" cy="59436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432304" y="3017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Reviews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2523744" y="347472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receives request, verifies documents, and processes application in the dashboard.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4462272" y="1965960"/>
            <a:ext cx="109728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4590288" y="1234440"/>
            <a:ext cx="20116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1E2761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5230368" y="1371600"/>
            <a:ext cx="731520" cy="7315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230368" y="1371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5232" y="2286000"/>
            <a:ext cx="594360" cy="59436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4590288" y="3017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Approves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4681728" y="347472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reviews processed applications, approves or rejects with reason, and triggers certificate generation.</a:t>
            </a:r>
            <a:endParaRPr lang="en-US" sz="950" dirty="0"/>
          </a:p>
        </p:txBody>
      </p:sp>
      <p:sp>
        <p:nvSpPr>
          <p:cNvPr id="26" name="Shape 21"/>
          <p:cNvSpPr/>
          <p:nvPr/>
        </p:nvSpPr>
        <p:spPr>
          <a:xfrm>
            <a:off x="6620256" y="1965960"/>
            <a:ext cx="109728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6748272" y="1234440"/>
            <a:ext cx="20116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1E2761">
                <a:alpha val="12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7388352" y="1371600"/>
            <a:ext cx="731520" cy="7315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7388352" y="1371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3216" y="2286000"/>
            <a:ext cx="594360" cy="59436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6748272" y="3017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Issued</a:t>
            </a:r>
            <a:endParaRPr lang="en-US" sz="1200" dirty="0"/>
          </a:p>
        </p:txBody>
      </p:sp>
      <p:sp>
        <p:nvSpPr>
          <p:cNvPr id="32" name="Text 26"/>
          <p:cNvSpPr/>
          <p:nvPr/>
        </p:nvSpPr>
        <p:spPr>
          <a:xfrm>
            <a:off x="6839712" y="347472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auto-generates a PDF certificate with a unique QR code and tracking ID for verification.</a:t>
            </a:r>
            <a:endParaRPr lang="en-US" sz="950" dirty="0"/>
          </a:p>
        </p:txBody>
      </p:sp>
      <p:sp>
        <p:nvSpPr>
          <p:cNvPr id="33" name="Text 27"/>
          <p:cNvSpPr/>
          <p:nvPr/>
        </p:nvSpPr>
        <p:spPr>
          <a:xfrm>
            <a:off x="0" y="47548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Request Lifecycle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A3C"/>
          </a:solidFill>
          <a:ln w="12700">
            <a:solidFill>
              <a:srgbClr val="0F1A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503920" y="9144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2697480" cy="16002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21615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600200"/>
            <a:ext cx="2514600" cy="36576"/>
          </a:xfrm>
          <a:prstGeom prst="rect">
            <a:avLst/>
          </a:prstGeom>
          <a:solidFill>
            <a:srgbClr val="028090">
              <a:alpha val="50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709928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(Vite)  •  Bootstrap 5  •  Axios  •  React Router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154680" y="1143000"/>
            <a:ext cx="2697480" cy="16002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54680" y="121615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46120" y="1600200"/>
            <a:ext cx="2514600" cy="36576"/>
          </a:xfrm>
          <a:prstGeom prst="rect">
            <a:avLst/>
          </a:prstGeom>
          <a:solidFill>
            <a:srgbClr val="F96167">
              <a:alpha val="50000"/>
            </a:srgbClr>
          </a:solidFill>
          <a:ln w="12700">
            <a:solidFill>
              <a:srgbClr val="F96167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1709928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 •  Express.js  •  Multer  •  PDFKit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35040" y="1143000"/>
            <a:ext cx="2697480" cy="16002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0" y="121615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26480" y="1600200"/>
            <a:ext cx="2514600" cy="36576"/>
          </a:xfrm>
          <a:prstGeom prst="rect">
            <a:avLst/>
          </a:prstGeom>
          <a:solidFill>
            <a:srgbClr val="02C39A">
              <a:alpha val="50000"/>
            </a:srgbClr>
          </a:solidFill>
          <a:ln w="12700">
            <a:solidFill>
              <a:srgbClr val="02C39A">
                <a:alpha val="5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1709928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 •  Mongoose ODM  •  Atlas Cloud  •  Aggregations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2926080"/>
            <a:ext cx="2697480" cy="16002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299923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3383280"/>
            <a:ext cx="2514600" cy="36576"/>
          </a:xfrm>
          <a:prstGeom prst="rect">
            <a:avLst/>
          </a:prstGeom>
          <a:solidFill>
            <a:srgbClr val="F9E795">
              <a:alpha val="50000"/>
            </a:srgbClr>
          </a:solidFill>
          <a:ln w="12700">
            <a:solidFill>
              <a:srgbClr val="F9E795">
                <a:alpha val="5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493008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Tokens  •  OTP via Fast2SMS  •  bcrypt Hashing  •  CORS Middleware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154680" y="2926080"/>
            <a:ext cx="2697480" cy="16002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54680" y="299923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Utilities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246120" y="3383280"/>
            <a:ext cx="2514600" cy="36576"/>
          </a:xfrm>
          <a:prstGeom prst="rect">
            <a:avLst/>
          </a:prstGeom>
          <a:solidFill>
            <a:srgbClr val="CADCFC">
              <a:alpha val="50000"/>
            </a:srgbClr>
          </a:solidFill>
          <a:ln w="12700">
            <a:solidFill>
              <a:srgbClr val="CADCFC">
                <a:alpha val="5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46120" y="3493008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QRCode.js  •  Nodemailer  •  Postman API  •  Render Deploy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474720" y="2788920"/>
            <a:ext cx="2194560" cy="8229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0" y="27889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MERN STACK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503920" y="9144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914400" y="1188720"/>
            <a:ext cx="457200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1E2761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1188720"/>
            <a:ext cx="9144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29844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171907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(Vite) + Bootstrap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017520" y="2212848"/>
            <a:ext cx="365760" cy="438912"/>
          </a:xfrm>
          <a:prstGeom prst="rect">
            <a:avLst/>
          </a:prstGeom>
          <a:solidFill>
            <a:srgbClr val="028090">
              <a:alpha val="60000"/>
            </a:srgbClr>
          </a:solidFill>
          <a:ln w="12700">
            <a:solidFill>
              <a:srgbClr val="028090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2468880"/>
            <a:ext cx="457200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1E2761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914400" y="2468880"/>
            <a:ext cx="9144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257860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299923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Express.js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017520" y="3493008"/>
            <a:ext cx="365760" cy="438912"/>
          </a:xfrm>
          <a:prstGeom prst="rect">
            <a:avLst/>
          </a:prstGeom>
          <a:solidFill>
            <a:srgbClr val="1E2761">
              <a:alpha val="60000"/>
            </a:srgbClr>
          </a:solidFill>
          <a:ln w="12700">
            <a:solidFill>
              <a:srgbClr val="1E2761">
                <a:alpha val="6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3749040"/>
            <a:ext cx="457200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F96167"/>
            </a:solidFill>
            <a:prstDash val="solid"/>
          </a:ln>
          <a:effectLst>
            <a:outerShdw sx="100000" sy="100000" kx="0" ky="0" algn="bl" rotWithShape="0" blurRad="101600" dist="38100" dir="8100000">
              <a:srgbClr val="1E2761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14400" y="3749040"/>
            <a:ext cx="91440" cy="10058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385876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427939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+ Mongoose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26480" y="1188720"/>
            <a:ext cx="25603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1E2761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263640" y="124358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63640" y="15087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token-based sessions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126480" y="2011680"/>
            <a:ext cx="25603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1E2761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263640" y="206654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Verify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63640" y="23317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Fast2SMS for mobile OTP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126480" y="2834640"/>
            <a:ext cx="25603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1E2761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263640" y="288950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63640" y="31546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RESTful endpoint design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126480" y="3657600"/>
            <a:ext cx="25603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1E2761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263640" y="371246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Guards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63640" y="39776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routes per user role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Solutions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503920" y="9144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3840480" cy="822960"/>
          </a:xfrm>
          <a:prstGeom prst="rect">
            <a:avLst/>
          </a:prstGeom>
          <a:solidFill>
            <a:srgbClr val="FFF0F0"/>
          </a:solidFill>
          <a:ln w="12700">
            <a:solidFill>
              <a:srgbClr val="F96167"/>
            </a:solidFill>
            <a:prstDash val="solid"/>
          </a:ln>
          <a:effectLst>
            <a:outerShdw sx="100000" sy="100000" kx="0" ky="0" algn="bl" rotWithShape="0" blurRad="101600" dist="38100" dir="8100000">
              <a:srgbClr val="1E2761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43000"/>
            <a:ext cx="73152" cy="82296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7043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4173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API Response Handling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06240" y="1481328"/>
            <a:ext cx="4572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143000"/>
            <a:ext cx="4114800" cy="822960"/>
          </a:xfrm>
          <a:prstGeom prst="rect">
            <a:avLst/>
          </a:prstGeom>
          <a:solidFill>
            <a:srgbClr val="F0FFF8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1E2761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143000"/>
            <a:ext cx="73152" cy="8229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117043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937760" y="141732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 OTP visibility issue by correctly parsing API response structure from Fast2SMS and adding proper error handling with retry logic.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103120"/>
            <a:ext cx="3840480" cy="822960"/>
          </a:xfrm>
          <a:prstGeom prst="rect">
            <a:avLst/>
          </a:prstGeom>
          <a:solidFill>
            <a:srgbClr val="FFF0F0"/>
          </a:solidFill>
          <a:ln w="12700">
            <a:solidFill>
              <a:srgbClr val="F96167"/>
            </a:solidFill>
            <a:prstDash val="solid"/>
          </a:ln>
          <a:effectLst>
            <a:outerShdw sx="100000" sy="100000" kx="0" ky="0" algn="bl" rotWithShape="0" blurRad="101600" dist="38100" dir="8100000">
              <a:srgbClr val="1E2761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103120"/>
            <a:ext cx="73152" cy="82296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13055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23774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Issues During Deployment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206240" y="2441448"/>
            <a:ext cx="4572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2103120"/>
            <a:ext cx="4114800" cy="822960"/>
          </a:xfrm>
          <a:prstGeom prst="rect">
            <a:avLst/>
          </a:prstGeom>
          <a:solidFill>
            <a:srgbClr val="F0FFF8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1E2761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103120"/>
            <a:ext cx="73152" cy="8229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213055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937760" y="237744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cross-origin errors by configuring Express CORS middleware with allowed origins, methods, and credentials for production environment.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3063240"/>
            <a:ext cx="3840480" cy="822960"/>
          </a:xfrm>
          <a:prstGeom prst="rect">
            <a:avLst/>
          </a:prstGeom>
          <a:solidFill>
            <a:srgbClr val="FFF0F0"/>
          </a:solidFill>
          <a:ln w="12700">
            <a:solidFill>
              <a:srgbClr val="F96167"/>
            </a:solidFill>
            <a:prstDash val="solid"/>
          </a:ln>
          <a:effectLst>
            <a:outerShdw sx="100000" sy="100000" kx="0" ky="0" algn="bl" rotWithShape="0" blurRad="101600" dist="38100" dir="8100000">
              <a:srgbClr val="1E2761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063240"/>
            <a:ext cx="73152" cy="82296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09067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33375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Authentication Flow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206240" y="3401568"/>
            <a:ext cx="4572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54880" y="3063240"/>
            <a:ext cx="4114800" cy="822960"/>
          </a:xfrm>
          <a:prstGeom prst="rect">
            <a:avLst/>
          </a:prstGeom>
          <a:solidFill>
            <a:srgbClr val="F0FFF8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1E2761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3063240"/>
            <a:ext cx="73152" cy="8229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0" y="309067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937760" y="333756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 clean multi-step auth process (register → OTP verify → login) with session state management and expiry handling.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74320" y="4023360"/>
            <a:ext cx="3840480" cy="822960"/>
          </a:xfrm>
          <a:prstGeom prst="rect">
            <a:avLst/>
          </a:prstGeom>
          <a:solidFill>
            <a:srgbClr val="FFF0F0"/>
          </a:solidFill>
          <a:ln w="12700">
            <a:solidFill>
              <a:srgbClr val="F96167"/>
            </a:solidFill>
            <a:prstDash val="solid"/>
          </a:ln>
          <a:effectLst>
            <a:outerShdw sx="100000" sy="100000" kx="0" ky="0" algn="bl" rotWithShape="0" blurRad="101600" dist="38100" dir="8100000">
              <a:srgbClr val="1E2761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74320" y="4023360"/>
            <a:ext cx="73152" cy="82296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05079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57200" y="42976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Frontend-Backend Sync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206240" y="4361688"/>
            <a:ext cx="4572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54880" y="4023360"/>
            <a:ext cx="4114800" cy="822960"/>
          </a:xfrm>
          <a:prstGeom prst="rect">
            <a:avLst/>
          </a:prstGeom>
          <a:solidFill>
            <a:srgbClr val="F0FFF8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1E2761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754880" y="4023360"/>
            <a:ext cx="73152" cy="8229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37760" y="405079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937760" y="429768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 reliable Axios interceptors for token refresh and standardized API response format across all endpoints.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3200400"/>
            <a:ext cx="3657600" cy="3657600"/>
          </a:xfrm>
          <a:prstGeom prst="ellipse">
            <a:avLst/>
          </a:prstGeom>
          <a:solidFill>
            <a:srgbClr val="028090">
              <a:alpha val="25000"/>
            </a:srgbClr>
          </a:solidFill>
          <a:ln w="12700">
            <a:solidFill>
              <a:srgbClr val="028090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F96167">
              <a:alpha val="20000"/>
            </a:srgbClr>
          </a:solidFill>
          <a:ln w="12700">
            <a:solidFill>
              <a:srgbClr val="F96167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Service Assistance Portal — Project Summary</a:t>
            </a:r>
            <a:endParaRPr lang="en-US" sz="1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0020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508760"/>
            <a:ext cx="7589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real-world, scalable full-stack MERN application from scratch — production-ready and deployable.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57200" y="2258568"/>
            <a:ext cx="8229600" cy="27432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404872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97280" y="2313432"/>
            <a:ext cx="7589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Gained deep expertise in OTP flows, JWT authentication, file upload, and PDF certificate generation.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457200" y="3063240"/>
            <a:ext cx="8229600" cy="27432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09544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97280" y="3118104"/>
            <a:ext cx="7589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 multi-role system (Citizen / Agent / Admin) with secure, isolated access control.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457200" y="3867912"/>
            <a:ext cx="8229600" cy="27432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014216"/>
            <a:ext cx="457200" cy="4572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97280" y="3922776"/>
            <a:ext cx="7589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Solved real-world problems in e-governance, demonstrating readiness for enterprise-grade development.</a:t>
            </a:r>
            <a:endParaRPr lang="en-US" sz="1250" dirty="0"/>
          </a:p>
        </p:txBody>
      </p:sp>
      <p:sp>
        <p:nvSpPr>
          <p:cNvPr id="18" name="Shape 1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1A3C"/>
          </a:solidFill>
          <a:ln w="12700">
            <a:solidFill>
              <a:srgbClr val="0F1A3C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Hardikgiri Goswami  •  Full Stack MERN Developer  •  Government Service Assistance Portal  •  2025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Government Service Assistance Portal</dc:title>
  <dc:subject>PptxGenJS Presentation</dc:subject>
  <dc:creator>Hardikgiri Goswami</dc:creator>
  <cp:lastModifiedBy>Hardikgiri Goswami</cp:lastModifiedBy>
  <cp:revision>1</cp:revision>
  <dcterms:created xsi:type="dcterms:W3CDTF">2026-04-21T10:35:39Z</dcterms:created>
  <dcterms:modified xsi:type="dcterms:W3CDTF">2026-04-21T10:35:39Z</dcterms:modified>
</cp:coreProperties>
</file>